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60" r:id="rId4"/>
    <p:sldId id="258" r:id="rId5"/>
  </p:sldIdLst>
  <p:sldSz cx="12192000" cy="6858000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Raleway" pitchFamily="2" charset="0"/>
      <p:regular r:id="rId11"/>
      <p:bold r:id="rId12"/>
      <p:italic r:id="rId13"/>
      <p:boldItalic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8577EE-6998-45AD-BDFD-1573EB9331E3}">
  <a:tblStyle styleId="{AC8577EE-6998-45AD-BDFD-1573EB9331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B443E-A5B9-41FA-93B5-62FD148EF40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3141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18050" y="247875"/>
            <a:ext cx="5212738" cy="28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9BE01"/>
              </a:buClr>
              <a:buSzPts val="4800"/>
              <a:buFont typeface="Verdana"/>
              <a:buNone/>
            </a:pPr>
            <a:r>
              <a:rPr lang="pt-BR" sz="2000" b="1" i="0" u="none" strike="noStrike" cap="none" dirty="0">
                <a:solidFill>
                  <a:srgbClr val="A9BE01"/>
                </a:solidFill>
                <a:latin typeface="Verdana"/>
                <a:ea typeface="Verdana"/>
                <a:cs typeface="Verdana"/>
                <a:sym typeface="Verdana"/>
              </a:rPr>
              <a:t>INTEGRANTE</a:t>
            </a:r>
            <a:endParaRPr sz="2400" b="1" i="0" u="none" strike="noStrike" cap="none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900" b="1" i="0" u="none" strike="noStrike" cap="none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Gustavo Mendes de Lima – RA: 821139542</a:t>
            </a:r>
            <a:endParaRPr sz="1900" b="1" i="0" u="none" strike="noStrike" cap="none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638050" y="5990845"/>
            <a:ext cx="76881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São Paulo, Dezembro de 2021.</a:t>
            </a:r>
            <a:endParaRPr sz="1900" b="1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090225" y="661000"/>
            <a:ext cx="39825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611639" y="444553"/>
            <a:ext cx="10968620" cy="69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9BE01"/>
              </a:buClr>
              <a:buSzPts val="4000"/>
              <a:buFont typeface="Verdana"/>
              <a:buNone/>
            </a:pP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5 exemplos de aplicações dos conteúdos de base que serão estudados na UC Gestão e Qualidade de Software</a:t>
            </a:r>
            <a:endParaRPr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4" name="Google Shape;94;p14"/>
          <p:cNvCxnSpPr/>
          <p:nvPr/>
        </p:nvCxnSpPr>
        <p:spPr>
          <a:xfrm>
            <a:off x="555450" y="1505098"/>
            <a:ext cx="11081100" cy="0"/>
          </a:xfrm>
          <a:prstGeom prst="straightConnector1">
            <a:avLst/>
          </a:prstGeom>
          <a:noFill/>
          <a:ln w="28575" cap="rnd" cmpd="sng">
            <a:solidFill>
              <a:schemeClr val="accen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" name="Google Shape;95;p14"/>
          <p:cNvSpPr txBox="1"/>
          <p:nvPr/>
        </p:nvSpPr>
        <p:spPr>
          <a:xfrm>
            <a:off x="555450" y="1867696"/>
            <a:ext cx="11081100" cy="392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accent1"/>
                </a:solidFill>
              </a:rPr>
              <a:t>Desenvolvimento de Planos de Projeto</a:t>
            </a:r>
            <a:endParaRPr lang="pt-BR" sz="2400" dirty="0">
              <a:solidFill>
                <a:schemeClr val="accent1"/>
              </a:solidFill>
              <a:latin typeface="Calibri"/>
              <a:cs typeface="Calibri"/>
              <a:sym typeface="Calibri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pt-BR" sz="2400" b="1" dirty="0">
              <a:solidFill>
                <a:schemeClr val="accent1"/>
              </a:solidFill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accent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Implementação de Processos de Qualidade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pt-BR" sz="2400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accent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Realização de Testes de Software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pt-BR" sz="2400" b="1" dirty="0">
              <a:solidFill>
                <a:schemeClr val="accent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pt-BR" sz="2400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611639" y="444553"/>
            <a:ext cx="10968620" cy="69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9BE01"/>
              </a:buClr>
              <a:buSzPts val="4000"/>
              <a:buFont typeface="Verdana"/>
              <a:buNone/>
            </a:pP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5 exemplos de aplicações dos conteúdos de base que serão estudados na UC Gestão e Qualidade de Software</a:t>
            </a:r>
            <a:endParaRPr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4" name="Google Shape;94;p14"/>
          <p:cNvCxnSpPr/>
          <p:nvPr/>
        </p:nvCxnSpPr>
        <p:spPr>
          <a:xfrm>
            <a:off x="555450" y="1505098"/>
            <a:ext cx="11081100" cy="0"/>
          </a:xfrm>
          <a:prstGeom prst="straightConnector1">
            <a:avLst/>
          </a:prstGeom>
          <a:noFill/>
          <a:ln w="28575" cap="rnd" cmpd="sng">
            <a:solidFill>
              <a:schemeClr val="accen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" name="Google Shape;95;p14"/>
          <p:cNvSpPr txBox="1"/>
          <p:nvPr/>
        </p:nvSpPr>
        <p:spPr>
          <a:xfrm>
            <a:off x="555450" y="1867696"/>
            <a:ext cx="11081100" cy="392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accent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Gerenciamento de Requisitos</a:t>
            </a: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pt-BR" sz="2400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accent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Análise e Melhoria Contínua de Processos</a:t>
            </a:r>
            <a:endParaRPr lang="pt-BR" sz="2400" b="1" dirty="0">
              <a:solidFill>
                <a:schemeClr val="accent1"/>
              </a:solidFill>
              <a:latin typeface="+mj-lt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pt-BR" sz="2400" b="1" dirty="0">
              <a:solidFill>
                <a:schemeClr val="accent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pt-BR" sz="2400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536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1963487" y="1233300"/>
            <a:ext cx="8265025" cy="4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9BE01"/>
              </a:buClr>
              <a:buSzPts val="4800"/>
              <a:buFont typeface="Verdana"/>
              <a:buNone/>
            </a:pPr>
            <a:r>
              <a:rPr lang="pt-BR" sz="4800" b="1" i="0" u="none" strike="noStrike" cap="none" dirty="0">
                <a:solidFill>
                  <a:srgbClr val="A9BE01"/>
                </a:solidFill>
                <a:latin typeface="Verdana"/>
                <a:ea typeface="Verdana"/>
                <a:cs typeface="Verdana"/>
                <a:sym typeface="Verdana"/>
              </a:rPr>
              <a:t>Obrigado Pela Atenção!</a:t>
            </a:r>
            <a:endParaRPr sz="1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Widescreen</PresentationFormat>
  <Paragraphs>15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Raleway</vt:lpstr>
      <vt:lpstr>Calibri</vt:lpstr>
      <vt:lpstr>Lato</vt:lpstr>
      <vt:lpstr>Verdana</vt:lpstr>
      <vt:lpstr>Tema do Office</vt:lpstr>
      <vt:lpstr>Apresentação do PowerPoint</vt:lpstr>
      <vt:lpstr>5 exemplos de aplicações dos conteúdos de base que serão estudados na UC Gestão e Qualidade de Software</vt:lpstr>
      <vt:lpstr>5 exemplos de aplicações dos conteúdos de base que serão estudados na UC Gestão e Qualidade de Software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Gustavo</dc:creator>
  <cp:lastModifiedBy>Gustavo Mendes de Lima</cp:lastModifiedBy>
  <cp:revision>2</cp:revision>
  <dcterms:modified xsi:type="dcterms:W3CDTF">2024-08-22T23:50:34Z</dcterms:modified>
</cp:coreProperties>
</file>